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1155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235" y="105156"/>
            <a:ext cx="95944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Attrition: Key Performance Indicators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72122" y="580644"/>
            <a:ext cx="1828800" cy="36576"/>
          </a:xfrm>
          <a:prstGeom prst="rect">
            <a:avLst/>
          </a:prstGeom>
          <a:solidFill>
            <a:srgbClr val="D13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72122" y="639542"/>
            <a:ext cx="71471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workforce trends through data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254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 of 1,470 employees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155448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254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874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1,233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Employees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2651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core workforce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155448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254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52160" y="1874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$1K – $20K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85216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Range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0" y="2651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compensation variance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254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3977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Rate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297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working extra hours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08960" y="320040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254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2.76/4.0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200400" y="3977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Balance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4297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satisfaction level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320040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254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5216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852160" y="3977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Travel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52160" y="4297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travelers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1,470 employees from IBM Kaggle HR Analytics dataset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129" y="3657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Problem: High Attrition in Key Areas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48771" y="534924"/>
            <a:ext cx="1828800" cy="36576"/>
          </a:xfrm>
          <a:prstGeom prst="rect">
            <a:avLst/>
          </a:prstGeom>
          <a:solidFill>
            <a:srgbClr val="D13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5238" y="591671"/>
            <a:ext cx="796738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 and business impact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03412" y="1282849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1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6292" y="1648609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Replacing one employee costs 30–150% of annual salary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86292" y="2032657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Loss of knowledge and institutional expertise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6292" y="2416705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Disrupted team productivity and morale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6292" y="2800753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Increased hiring and training burden on HR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4674" y="1282849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1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 Identified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7554" y="1648609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Gap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7554" y="1877209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salary variance across roles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7554" y="2032657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Burden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7554" y="2261257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work overtime; poor work-life balance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7554" y="2416705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Plateau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7554" y="2645305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year tenure shows highest risk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7554" y="2800753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Pressure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7554" y="3029353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R&amp;D face highest attrition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09651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Action: Implement targeted retention strategies focused on compensation review, career development paths, work-life balance initiatives, and department-specific support.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177</Words>
  <Application>Microsoft Office PowerPoint</Application>
  <PresentationFormat>On-screen Show (16:9)</PresentationFormat>
  <Paragraphs>40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emam mohsen</cp:lastModifiedBy>
  <cp:revision>4</cp:revision>
  <dcterms:created xsi:type="dcterms:W3CDTF">2026-08-01T14:55:09Z</dcterms:created>
  <dcterms:modified xsi:type="dcterms:W3CDTF">2026-08-01T15:03:09Z</dcterms:modified>
</cp:coreProperties>
</file>